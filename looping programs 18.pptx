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5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EFBA-6888-00FB-4554-5E90F0129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6B8A2-DF0A-B61D-0E4A-6FFDD4836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0F3D2-6667-7BF4-5442-71ED5AD7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D531E-1B44-F88A-01E7-8BBBD7D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161F6-B403-8E2C-90E8-10899921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70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7F2A-82CE-9087-C571-DF6B7424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2F58-ECE0-BCAB-5CE7-4E3F8684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3EBA4-519C-436E-09EB-53317F75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E501F-76FB-0118-705E-276BF8DB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15EC-E3AF-64CD-2D20-B63388E1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5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3E28-C027-054E-E98B-2DB692D0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EE207-BB32-904D-4DF0-C370A1D50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FE757-B86C-EDBD-4649-B6234061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C4DD3-FEA0-946E-DCD1-D04601F1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BE1A3-5F31-87B8-C280-C896615A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26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A71F-7E1D-7BC8-731F-824F6CE1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97BF4-AFC7-5E5B-FE51-8CCCC687D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29D4D-4C29-5AD9-0BEF-C1D949B19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BF2A4-420C-BBC9-16EC-F429EA36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FA2B-DA98-A16B-85F1-9DAE31BF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3B2B8-4B62-3C5F-F956-1A76DDD3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82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10AB-ACD0-9D85-5C9D-CF892499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056E-4C23-10A5-44E8-894CFF7F2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5406D-F577-3F91-3BC7-430DF0AC1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D48AF-96F7-86CC-172E-5A540EFF4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6DD06-276A-032A-319B-77F5B3740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64F46-228B-D26F-9204-55333CAB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BD775-DB8F-78FF-0A3B-09B19010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FB149-3750-1830-F890-502C4498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23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A97A-A5C4-AE1D-081E-D49E2123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D5662-6C9D-1F9A-2772-2D510275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5D8A6-487D-8B8F-B886-C02FC9F3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50114-60C6-62BD-A472-8878145A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3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595AE-1734-9F04-E1EC-71EA35C6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54C6C-07BB-36CD-BAA8-03FB0260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78599-CC98-6686-455B-B0A6814E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6E97-ED77-899A-9821-9AF3924C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EEB1-DE9A-D608-DD31-988B4F713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E3344-FBF2-848C-C778-FD72D814F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6C98F-0DB1-7D55-82B9-833FD853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A1575-8625-68E8-FE01-8B3870A7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45FE9-815A-F58F-9C2B-8A8E2C39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0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256C-85E1-78FC-6EED-6FB4A65F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5319F-DF37-8A7A-F78F-2FFF4C0B5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AE091-1C31-2B91-F41D-729F488C6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C9E11-0B30-7206-8B8E-9BF9B6EE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47C81-6D22-C604-7B74-CC40D83D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C0F76-E40F-0209-A807-7BF3E950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60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9A2F-25FB-C359-F9A1-C1FF56A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CEAC4-8C61-9529-5632-4A6B676BF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03735-1BF1-DF6C-5F65-E1C75EAD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A704-07FE-F472-8EDC-D808CC83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A136F-2E9B-79E2-4108-AA03B65A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BA16E-0765-0EF3-A7C8-372BCCD50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90447-A2EA-07B4-A575-702DB820F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36030-D40B-6BA1-1520-F653B4E2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C7C06-A829-3734-4B9B-54314319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085D-7297-610B-5E8A-9C71E8CE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5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331A6C-511F-7E8E-95B0-8F98B598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50ECD-CEC3-A2E2-4B94-396F2C29B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1DEE7-AD21-8603-9718-284250E09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B2EF6-4252-4454-89B6-72A7147026B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E56E-8512-4F69-8ED4-A97DB6A9E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2E7F-5441-BBFB-AE73-CC9E47218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5B357-F149-4791-8F53-5C5B17E838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85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DF7BD-C36B-0638-980C-26087F00C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0"/>
            <a:ext cx="12173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3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859DC-0231-D759-B3AF-DCAA9B394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" y="0"/>
            <a:ext cx="121354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E98F5-1CB5-D16D-6947-5C28F1756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1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5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2F84F-1126-1BAF-8680-9111C6E9B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61A64-1C78-4F02-1097-364E89CC4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1" y="0"/>
            <a:ext cx="12027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2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4B8BE-69E9-113E-F91E-4D8D93671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41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7943F-EA41-7988-5CE1-7FB72346E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6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0E4A1-6C9D-3220-67C9-DC459EA15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2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442D2-3206-485B-17D4-7E0FE1116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2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6412E1-1A38-C48F-962C-7DCD3AA39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7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714067-7E99-22D0-B1DB-BD616F1D9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1"/>
            <a:ext cx="12179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3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00E7D-393F-9EC2-BCEC-ADE750AD3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0"/>
            <a:ext cx="12173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8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6FD77-2AC8-A83C-26B5-B2AE53B5B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05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8ACE6A-1ACF-83F7-A356-1929C96FD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" y="0"/>
            <a:ext cx="12173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0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A5044B-580C-0C74-528A-B348151B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0"/>
            <a:ext cx="1217992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1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M</dc:creator>
  <cp:lastModifiedBy>Keerthi M</cp:lastModifiedBy>
  <cp:revision>1</cp:revision>
  <dcterms:created xsi:type="dcterms:W3CDTF">2026-08-04T06:07:49Z</dcterms:created>
  <dcterms:modified xsi:type="dcterms:W3CDTF">2026-08-04T06:24:40Z</dcterms:modified>
</cp:coreProperties>
</file>