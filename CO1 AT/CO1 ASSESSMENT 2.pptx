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  <p:sldId id="263" r:id="rId5"/>
    <p:sldId id="264" r:id="rId6"/>
    <p:sldId id="256" r:id="rId7"/>
    <p:sldId id="257" r:id="rId8"/>
    <p:sldId id="260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6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9647-31C8-69BE-288B-662C0648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5128D-59C5-D05B-BB7C-1DBDF3C6A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46B48-6319-F72A-7A25-E4FC2E82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48F6-78A7-3FFA-3C63-2EBD9D6E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EB87E-1B30-46D7-5F49-0083DE7B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7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C2F9-9322-D0CE-958A-DCDE9518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7CD4-168C-A9DC-56CA-2C2608809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E2BC-C6E8-4D74-1C00-F9191057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E337B-EBE1-F401-7DBD-CC185D7B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C4A54-32D2-CBB9-05DD-53013017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88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82B-0D6E-B2D6-9EDC-84A40804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FB3A0-0CBC-47D0-40E3-8219246DD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3DF57-5FAE-DDD9-6D3D-4EB4D948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82380-F735-4C54-25E0-9D2CB093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1327-5DC2-6E4D-05A3-974C2446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58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A99D-CC38-1E64-56DD-CA302CC4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336AB-B531-5C48-60E9-D4F1A138E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B25AE-3BDE-2FA3-81A8-5F377F552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EA773-D84E-2772-85A0-B0894B7D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E4E22-7B66-72E7-3929-DCFE4C03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7BA05-32CD-CBE8-61A7-B4D3BD40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6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4077-5B65-1C70-882C-D47616EA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980D6-BC46-5B56-6D7B-BD90C6EB0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004F4-497F-EBE8-F15E-3FEC52940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824C0-249A-EDA7-5CFD-ABD543DA9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94166-87EE-1BA0-550A-933681EAB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1684D-6878-51B9-5573-01745FCF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D04BF-4CC4-F154-D270-591319A72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7EA9A-8793-FBA1-75E3-EC45D95D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1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A3DB-7AB1-00B3-A379-D635CE82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FF8A7-3428-8C8C-A118-9A2B4422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AE6AE-C252-46D5-FE93-FFA540CB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FFDBC-53DF-333D-F410-EB165A0A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34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445C8-2133-40D0-843B-C42B6938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8C9CD-9FFB-6987-43FA-85C114A8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95878-337B-6BF1-1ECF-4EE75E69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00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0656-620B-16B7-0E5A-31EB2513F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FF4C6-9B0A-9EE5-BD40-8F72C1F9A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0A689-F8C3-D21B-549C-586CAAEDC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43966-B07B-D03E-7C06-F37ED05E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9B733-2B94-8EC3-999F-D5242180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0558E-49CA-B20A-4D9A-8EBFEAC3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0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D327-5A9D-FE6F-F01B-92BC3DF1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E8B4E-5C03-176B-20CA-C090A80FC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A05B2-A0A8-9056-86AA-5D0EFBD01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922CF-FFE1-C3C6-7EB0-190E36D32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DB805-5821-AE28-D684-A41B45EF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38067-48BE-571E-D9D7-41450A46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22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B959-76DB-8E1E-5B21-6FEE785B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8D391-95C9-E16B-8200-149B8E013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1F12-B27E-B437-2AA5-729C86A6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CAFCC-93A2-B98E-0AB7-B40C965D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88691-8657-ABBE-AEF6-4079287D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1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427274-7B8D-0490-4E1D-EB8B27952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0A6CE-83D7-0A3F-D924-530DAC634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A23FA-E20D-1B4B-CA1D-0FCBE0AD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B147-E77F-27A3-DF79-19EAFFE5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833BF-A6CA-1BB5-0F06-D47BFE50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93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4525A-213F-909F-DEA5-96DC7C2A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56E4B-35CD-4E17-5D72-97210E123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05D3-D3BA-CD83-A6E4-9B1663C2C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A7FC8-7D4B-4FA0-8F57-69AFA9D9BFB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ED31-26A0-A666-56D0-9144AF22E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33C8-4E70-03F2-EE0E-E7F9837C6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08A58-2E7C-40FB-B0CA-32A63EF03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F24F0-87C2-AAE7-B9F8-ED71AF127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3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8C6AD-8823-4098-D11C-A18DC0767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0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ACC06-E183-7FC5-4EB4-5C92EAA93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3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AE707-A549-04EE-694C-0AE21B966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7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846D0-D695-BA31-4E16-9DBC17872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CBFCD4-E361-B0C4-7CC3-765D6D1D4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4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92294E-6FCC-3501-5E7D-F428D0B78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6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58BAD-20D3-97D5-6155-0C064A86B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87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77A19-EA91-9F5D-682C-D834F467A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03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3C36B-32E1-FDB7-6B91-B9C7BFC2A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18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M</dc:creator>
  <cp:lastModifiedBy>Keerthi M</cp:lastModifiedBy>
  <cp:revision>1</cp:revision>
  <dcterms:created xsi:type="dcterms:W3CDTF">2026-08-06T06:00:19Z</dcterms:created>
  <dcterms:modified xsi:type="dcterms:W3CDTF">2026-08-06T06:08:16Z</dcterms:modified>
</cp:coreProperties>
</file>