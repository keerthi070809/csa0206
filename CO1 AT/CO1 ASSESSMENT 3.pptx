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BC80-5147-594C-43CA-FB8E900C3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C78AF-B08B-DA71-B581-07E62BB15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284B-CA0B-A139-1EA7-B614B63E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7C446-99E4-2ADB-59F7-39EA7F2D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55E13-D912-B57E-0B9D-BEBFC391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9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B63F-E46C-1AAB-BE7F-9C5879AC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2847-358E-8851-B532-FA43B2985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B6265-D710-1D4E-4F35-0792AFFF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B5491-CF36-3B84-71D1-18EE5419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8AF9-7F14-4FFA-6B0A-D5855DBE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6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36A0-79EF-4078-F1FF-9BB8B77A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3104F-B150-45E0-F508-4B57A571F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D15E-2FD5-4BD5-39FE-1336F663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0B941-2AD2-56B9-04EE-A48BAA41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3B197-61D2-C0A6-B194-C1E558B2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287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A454-A871-EBFB-0CC3-DB617AF4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0D80-A19A-9DC7-A2DA-DA3ECFC19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42F4E-6E72-5880-F072-FE511D3C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68D4-178A-0E7C-7BFF-199CB500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B4166-B164-8874-871A-3C228D04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C30E1-E687-5655-F9FB-5509C487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75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D656-D3EC-1097-9BC1-2F873B4A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4B67D-B6BA-E4D5-203B-F8BCD054F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504FF-3A57-8601-D914-A274BE0C3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41E71-735E-5B18-B847-34982144F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D0316-9F28-5503-391E-76B13FE1A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3AAF5-D319-9A47-8758-5A31DDA8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A320B-4030-B70F-2989-34A90F38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E0C87-3B3C-89D4-8261-5229F089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83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5816-D3A9-1EE6-2954-D97C4554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99D44-1FA8-5A4E-D020-0651C354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B26F04-7545-959C-F22E-F182E4EF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8D851-95F5-7D9D-EBC8-E9FC6EF1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76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42B6A-E97D-CC7E-D89A-D4C1CB7C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DFA15-C12D-9D53-21A4-996BF999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42E5E-A578-5735-530E-5D6A7B92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604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7F0A-72B3-9F02-8702-25599929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E2DE3-AA62-7C2B-EDB5-79870644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09340-B68A-88BF-35C0-484A31C54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EAD29-2D92-F9E4-5AB7-261A3E91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77654-8899-6371-41D4-6B5B06B5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72889-6D2C-2E55-9ACC-09FE1428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48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A72E-B917-6CF0-057B-E4881CB95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3AD7-9447-177A-A1F8-4A0FAD88C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38473-B3D2-1423-CAB4-88D7204ED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6E36A-CF5D-89A7-BF10-F618BE02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2C0B6-7340-0696-CA9E-9769C6CA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54C19-85E2-3BAF-8194-AFBF9AC3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13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E32C-C8DD-ED08-B14D-45D84BF8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27A01-BE3A-DF9A-C2AA-2747BDA53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68D0-EE5C-426C-47C4-DCB1F697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86AB-0AFC-2D47-9A0A-FC4BF579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4682-82DB-1CA7-B9DC-19155FAF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65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20855-0E36-3548-27CB-2F67628F0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76AFD-A989-9368-B634-95483F80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80622-EF25-8841-B3B2-E7D89706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B64C3-6CCE-C128-9CFC-3B8349B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F9AB7-609D-E159-5FC6-CBD46451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82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97F20E-C129-5C82-DE2D-F9E65F7D4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D08BD-78E6-F598-4593-DB37C546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1D3D9-7165-D727-4896-B83384AED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46960-9CA6-4BB5-96BE-0F33057F698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84E4A-419B-DBC4-2961-A270F4D99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F82BD-3F22-91C2-A3EE-E2FF027EC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7CDA4-5B10-4D14-A448-A0F9BAF75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93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1A9C14-2F0E-5448-6EB6-AED8DCAB2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3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46C25E-A50B-CBAC-E051-3A127E511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6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DBDB7-E9FD-D7A6-0493-622193B74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5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M</dc:creator>
  <cp:lastModifiedBy>Keerthi M</cp:lastModifiedBy>
  <cp:revision>1</cp:revision>
  <dcterms:created xsi:type="dcterms:W3CDTF">2026-08-07T03:49:33Z</dcterms:created>
  <dcterms:modified xsi:type="dcterms:W3CDTF">2026-08-07T03:54:30Z</dcterms:modified>
</cp:coreProperties>
</file>